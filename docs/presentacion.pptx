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80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Bienvenido a tu Nuevo Sistema ERP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Integral de Inventarios y Catálogo Comercial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Capacitación para el Equipo Operativo y Administrativo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50000"/>
              </a:lnSpc>
              <a:spcAft>
                <a:spcPts val="24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Objetivo: Conocer el sistema, aprender cómo se mueve la mercancía y cómo tus tareas diarias mantienen el control de la empresa.
👥 Dirigido a: Bodegueros, Encargados de Almacén, Equipo de Catálogo y Administración.
💡 Enfoque: 100% Práctico y Libre de Tecnicismos.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¿Qué es un ERP y para qué sirve?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ERP (Enterprise Resource Planning) es como el sistema nervioso central de nuestra empresa: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solo lugar para todo: Adiós a libretas sueltas, notas de papel perdidas o excels desactualizados.
Información en Tiempo Real: Si entra una caja en bodega, en ese mismo segundo el sistema sabe que está disponible.
Cero Dudas: Sabemos exactamente quién, cuándo, dónde y por qué se movió una prenda o producto.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73152" cy="10058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El inventario es el motor principal: Todo lo que vendemos, despachamos o compramos gira en torno a tener el stock exacto.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 Mapa General del Sistema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4480560" y="150876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572000" y="15087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INICIO DE SESIÓN
(Usuario y Contraseña)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188720" y="2880360"/>
            <a:ext cx="42976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280160" y="288036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CATÁLOGO
(La Ficha del Producto)
• Modelos, SKU, Fotos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Tallas, Colores, Cajas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Precios sugeridos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675120" y="2880360"/>
            <a:ext cx="42976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766560" y="288036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INVENTARIO
(El Movimiento Físico)
• Entradas / Salidas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Traspasos / Ajustes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Control por Bodegas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480560" y="4983480"/>
            <a:ext cx="3200400" cy="1051560"/>
          </a:xfrm>
          <a:prstGeom prst="roundRect">
            <a:avLst>
              <a:gd name="adj" fmla="val 5217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572000" y="49834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TIENDA ONLINE / WEB
(Catálogo Comercial)
* Próximamente público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37560" y="260604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823960" y="260604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3337560" y="2606040"/>
            <a:ext cx="54864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080760" y="2286000"/>
            <a:ext cx="0" cy="3200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3337560" y="4663440"/>
            <a:ext cx="0" cy="13716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8823960" y="4663440"/>
            <a:ext cx="0" cy="13716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337560" y="4800600"/>
            <a:ext cx="54864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080760" y="4800600"/>
            <a:ext cx="0" cy="1828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Roles y Niveles de Usuario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mantener el orden y la seguridad, cada persona tiene un rol con permisos claros: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35712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¿Qué puede hacer en el día a día?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 de Uso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👷 Bodeguero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Consulta stock.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Crea borradores de notas (conteo físico).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Cuenta cajas de llegada y registra lo que recibió.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🧑‍💼 Encargado de Bodega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Todo lo anterior.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Aprueba / Confirma notas de su bodega.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Autoriza traspasos y ajustes.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Revisa que el conteo coincida y autoriza que el stock suba.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👑 Admin de Inventario / Dirección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Control total de todas las bodegas.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Creación de productos y precios.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Reportes globales y configuración.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 de alta usuarios, crea bodegas y supervisa cierres.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1965960"/>
            <a:ext cx="1106424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640080" y="1965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74720" y="19659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puede hacer en el día a día?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0" y="19659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 de Uso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🏬 Acceso a Bodegas Asignadas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todos necesitan ver todas las sucursales; el sistema te muestra únicamente las bodegas autorizadas: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Selector en la barra superior: Al iniciar sesión, verás arriba a la derecha tu Bodega Activa.
🔄 Cambio fácil: Si tienes acceso a varias bodegas (ej. Bodega Principal, Tienda Centro, Bodega Virtual), puedes alternar con un solo clic.
🛡️ Seguridad total: Las notas que crees pertenecerán automáticamente a la bodega que tengas seleccionada.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73152" cy="10058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👉 Regla de oro: Antes de registrar mercancía, asegúrate de tener seleccionada la bodega correcta en la esquina superior.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La Regla de Oro: ¿Cómo se Mueve el Inventario?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El stock físico NUNCA se edita "a mano" ni mágicamente.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incremento o descuento de mercancía ocurre a través de una Nota de Inventario: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1: Se crea la Nota en estado BORRADOR 📝
Se selecciona el motivo (Entrada por compra, Salida por venta, Traspaso, Ajuste por daño). Se agregan los productos y las cantidades contadas.
Paso 2: Revisión 👀
En borrador puedes corregir, agregar o quitar piezas sin alterar las existencias reales.
Paso 3: Aprobación / Confirmación ✅</a:t>
            </a:r>
            <a:endParaRPr lang="en-US" sz="180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encargado o supervisor autoriza la nota cambiando su estado a CONFIRMADA. ¡En ese milisegundo el inventario se actualiza automáticamente!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Tipos de Notas de Inventario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79120" y="1597565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73152" cy="19659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04672" y="1737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Entradas (Sumar Stock),</a:t>
            </a:r>
            <a:r>
              <a:rPr lang="en-US" sz="17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7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Devoluciones</a:t>
            </a:r>
            <a:endParaRPr lang="en-US" sz="17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216712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Recepción de compras o maquila.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Devoluciones de clientes.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Carga inicial de inventario.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73152" cy="19659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519672" y="1737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Salidas (Restar Stock)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19672" y="216712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Venta / Despacho a cliente.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Mercancía dañada o merma.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Muestras comerciales.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73152" cy="1965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04672" y="3977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Traspasos entre Bodegas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" y="44074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Mueve piezas de la Bodega Central a la Tienda Sucursal.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Descuenta en origen y suma en destino sin duplicar.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73152" cy="196596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519672" y="3977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Ajustes de Auditoría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19672" y="44074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Cuadre tras conteo físico mensual.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Justificación obligatoria para auditoría.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🚶 Recorrido Paso a Paso: Desde el Login hasta la Nota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Iniciar Sesión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0480" y="1783080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434840" y="15087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Ingresa tu correo y contraseña asignada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167128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85800" y="216712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Seleccionar Bodega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0" y="2441448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434840" y="216712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 tu sucursal en el menú superior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825496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85800" y="282549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Ir a Inventario / Notas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840480" y="3099816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434840" y="2825496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 en el menú lateral "Notas"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483864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85800" y="348386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Nueva Nota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840480" y="3758184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434840" y="3483864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Botón "+ Nueva Nota" y elige Tipo (Entrada / Salida / Traspaso)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142232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85800" y="41422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Agregar Productos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840480" y="4416552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434840" y="414223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por código SKU o Nombre y anota cantidades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480060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685800" y="4800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Guardar Borrador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840480" y="5074920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434840" y="48006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Queda guardada para verificación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5458968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685800" y="54589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APROBAR NOTA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840480" y="5733288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4434840" y="545896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encargado presiona "Confirmar" → ¡Stock Actualizado!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El Módulo de Catálogo: La Base de Todo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catálogo es la biblioteca central de productos. El inventario no podría funcionar sin él: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🏷️ Ficha de Identidad: Código único (SKU), Nombre descriptivo, Familia y Marca.
📐 Variantes y Atributos: Tallas (CH, M, G, XL...), Colores con muestra visual, Tipo de tela y Género.
📦 Cajas y Empaques: Número de piezas por caja y surtido de tallas / colores.
🖼️ Fotografías Oficiales: Imágenes en alta calidad del producto real.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73152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Ventaja: Cuando en bodega capturan una nota, solo buscan el SKU y el sistema autocompleta toda la información sin errores de dedo.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Futuro Inmediato: El Catálogo Web / Ecommerce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Actualmente se encuentra en preparación el Ecommerce y Catálogo Digital: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Conexión Directa: Todo producto que cargamos en el módulo de Catálogo con fotos y descripción podrá mostrarse a clientes externos.
Precios y Ofertas: Se definen precios públicos y promociones de forma independiente a los costos de compra.
Disponibilidad Real: Al estar conectado al inventario, el catálogo web sabrá qué modelos tienen existencia real disponible para venta.
Ventas B2B y Mayoreo: Facilitará que los clientes levanten pedidos directamente.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Seguridad, Auditoría y Trazabilidad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este sistema protege tu trabajo?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1064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50000"/>
              </a:lnSpc>
              <a:spcAft>
                <a:spcPts val="30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Historial Inalterable: Cada movimiento guarda automáticamente el usuario que lo creó, la fecha y la hora exacta.
🔒 Cero modificaciones no autorizadas: Nadie puede borrar o modificar un stock "por accidente"; siempre hay una nota y un responsable que lo avala.
📊 Cuentas Claras: En cualquier inventario o auditoría, si falta o sobra una pieza, se rastrea nota por nota hasta encontrar el origen.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Consejos y Buenas Prácticas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Cuida tu usuario: No compartas tu contraseña; tus movimientos quedan firmados a tu nombre.
🏷️ Usa el buscador por SKU: Es la forma más rápida y sin confusiones de encontrar una prenda.
📦 Verifica antes de Confirmar: Revisa bien las cantidades en el borrador antes de que el supervisor confirme la nota.
📱 Diseño amigable: Puedes usar el sistema cómodamente desde computadoras de escritorio, laptops y tabletas en el almacén.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¡Comencemos a trabajar juntos!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 de beneficios para el equipo: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Menos tiempo en papeleo manual.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Menos errores de conteo.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Información confiable para todos.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63640" y="37490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537960" y="374904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Un sistema ágil, moderno y fácil de usar.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¿Dudas o Preguntas?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937760" y="352044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463040" y="379476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¡Tu retroalimentación y uso diario hacen que el sistema mejore continuamente!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</TotalTime>
  <Words>1502</Words>
  <Application>Microsoft Office PowerPoint</Application>
  <PresentationFormat>Panorámica</PresentationFormat>
  <Paragraphs>154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📦 Bienvenido a tu Nuevo Sistema ERP</dc:title>
  <dc:subject>PptxGenJS Presentation</dc:subject>
  <dc:creator>Created by Marp</dc:creator>
  <cp:lastModifiedBy>Hunab Cuenta</cp:lastModifiedBy>
  <cp:revision>2</cp:revision>
  <dcterms:created xsi:type="dcterms:W3CDTF">2026-08-21T16:50:59Z</dcterms:created>
  <dcterms:modified xsi:type="dcterms:W3CDTF">2026-08-21T17:03:20Z</dcterms:modified>
</cp:coreProperties>
</file>